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E6EC4-976F-4F42-8A10-1C635B1C6C23}" type="datetimeFigureOut">
              <a:rPr lang="en-ZA" smtClean="0"/>
              <a:t>2026/04/30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4A10-6ADA-47F0-B1A6-6CE54B66D48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2613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By Region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pieChart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lineChart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Total Sales By Product Name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scatterChart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fae43a1-c2c0-4e8e-8d85-167caaf0c172?pbi_source=PowerPoi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6fae43a1-c2c0-4e8e-8d85-167caaf0c172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Superstore_sample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rId3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4/30/2026 8:12:59 AM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4/30/2026 8:00:28 AM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rd ,card ,card ,Total Sales By Region ,pieChart ,lineChart ,Total Sales By Product Name ,scatterChart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analysis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</Words>
  <Application>Microsoft Office PowerPoint</Application>
  <PresentationFormat>Widescreen</PresentationFormat>
  <Paragraphs>30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Superstore_sample</vt:lpstr>
      <vt:lpstr>Sales analysis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Lauren Moses</cp:lastModifiedBy>
  <cp:revision>4</cp:revision>
  <dcterms:created xsi:type="dcterms:W3CDTF">2016-09-04T11:54:55Z</dcterms:created>
  <dcterms:modified xsi:type="dcterms:W3CDTF">2026-04-30T08:14:51Z</dcterms:modified>
</cp:coreProperties>
</file>